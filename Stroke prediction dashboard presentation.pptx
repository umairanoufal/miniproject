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82AD92-3332-4F4A-8F98-667A533D48B6}" v="40" dt="2026-09-19T19:56:57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ed Noufal" userId="04015a09c417c981" providerId="LiveId" clId="{57333134-CAE9-4314-B829-E095F2987706}"/>
    <pc:docChg chg="undo custSel addSld modSld">
      <pc:chgData name="Muhammed Noufal" userId="04015a09c417c981" providerId="LiveId" clId="{57333134-CAE9-4314-B829-E095F2987706}" dt="2026-09-19T19:57:09.775" v="1705"/>
      <pc:docMkLst>
        <pc:docMk/>
      </pc:docMkLst>
      <pc:sldChg chg="addSp delSp modSp mod">
        <pc:chgData name="Muhammed Noufal" userId="04015a09c417c981" providerId="LiveId" clId="{57333134-CAE9-4314-B829-E095F2987706}" dt="2026-09-19T19:57:09.775" v="1705"/>
        <pc:sldMkLst>
          <pc:docMk/>
          <pc:sldMk cId="942895268" sldId="258"/>
        </pc:sldMkLst>
        <pc:spChg chg="mod">
          <ac:chgData name="Muhammed Noufal" userId="04015a09c417c981" providerId="LiveId" clId="{57333134-CAE9-4314-B829-E095F2987706}" dt="2026-09-19T16:57:23.960" v="317" actId="207"/>
          <ac:spMkLst>
            <pc:docMk/>
            <pc:sldMk cId="942895268" sldId="258"/>
            <ac:spMk id="2" creationId="{737656B1-8285-D90E-C02E-913F9D6FB61B}"/>
          </ac:spMkLst>
        </pc:spChg>
        <pc:spChg chg="mod">
          <ac:chgData name="Muhammed Noufal" userId="04015a09c417c981" providerId="LiveId" clId="{57333134-CAE9-4314-B829-E095F2987706}" dt="2026-09-19T16:26:12.831" v="4" actId="113"/>
          <ac:spMkLst>
            <pc:docMk/>
            <pc:sldMk cId="942895268" sldId="258"/>
            <ac:spMk id="14" creationId="{462F794B-FA14-EBF1-0F2B-056036FBD653}"/>
          </ac:spMkLst>
        </pc:spChg>
        <pc:spChg chg="mod">
          <ac:chgData name="Muhammed Noufal" userId="04015a09c417c981" providerId="LiveId" clId="{57333134-CAE9-4314-B829-E095F2987706}" dt="2026-09-19T16:28:47.234" v="118" actId="207"/>
          <ac:spMkLst>
            <pc:docMk/>
            <pc:sldMk cId="942895268" sldId="258"/>
            <ac:spMk id="16" creationId="{B69BECCF-2E41-0B8D-0BF5-67DD78947DA6}"/>
          </ac:spMkLst>
        </pc:spChg>
        <pc:spChg chg="add del mod">
          <ac:chgData name="Muhammed Noufal" userId="04015a09c417c981" providerId="LiveId" clId="{57333134-CAE9-4314-B829-E095F2987706}" dt="2026-09-19T19:57:09.775" v="1705"/>
          <ac:spMkLst>
            <pc:docMk/>
            <pc:sldMk cId="942895268" sldId="258"/>
            <ac:spMk id="18" creationId="{292A8D4C-0D2E-FD6B-DB2F-F95E3FDF1113}"/>
          </ac:spMkLst>
        </pc:spChg>
      </pc:sldChg>
      <pc:sldChg chg="addSp delSp modSp new mod">
        <pc:chgData name="Muhammed Noufal" userId="04015a09c417c981" providerId="LiveId" clId="{57333134-CAE9-4314-B829-E095F2987706}" dt="2026-09-19T18:35:20.864" v="1702" actId="20577"/>
        <pc:sldMkLst>
          <pc:docMk/>
          <pc:sldMk cId="2874205794" sldId="259"/>
        </pc:sldMkLst>
        <pc:spChg chg="mod">
          <ac:chgData name="Muhammed Noufal" userId="04015a09c417c981" providerId="LiveId" clId="{57333134-CAE9-4314-B829-E095F2987706}" dt="2026-09-19T16:57:07.587" v="316" actId="207"/>
          <ac:spMkLst>
            <pc:docMk/>
            <pc:sldMk cId="2874205794" sldId="259"/>
            <ac:spMk id="2" creationId="{A82DF61E-E5AA-1DEA-72EC-C1C04AD85D0B}"/>
          </ac:spMkLst>
        </pc:spChg>
        <pc:spChg chg="add del mod">
          <ac:chgData name="Muhammed Noufal" userId="04015a09c417c981" providerId="LiveId" clId="{57333134-CAE9-4314-B829-E095F2987706}" dt="2026-09-19T16:32:45.845" v="182"/>
          <ac:spMkLst>
            <pc:docMk/>
            <pc:sldMk cId="2874205794" sldId="259"/>
            <ac:spMk id="4" creationId="{DB6B9449-5768-6348-CFE6-F45278424904}"/>
          </ac:spMkLst>
        </pc:spChg>
        <pc:spChg chg="add del mod">
          <ac:chgData name="Muhammed Noufal" userId="04015a09c417c981" providerId="LiveId" clId="{57333134-CAE9-4314-B829-E095F2987706}" dt="2026-09-19T16:33:08.249" v="187"/>
          <ac:spMkLst>
            <pc:docMk/>
            <pc:sldMk cId="2874205794" sldId="259"/>
            <ac:spMk id="5" creationId="{91F8454F-D7F2-7DA7-04B9-91EA85282646}"/>
          </ac:spMkLst>
        </pc:spChg>
        <pc:spChg chg="add del mod">
          <ac:chgData name="Muhammed Noufal" userId="04015a09c417c981" providerId="LiveId" clId="{57333134-CAE9-4314-B829-E095F2987706}" dt="2026-09-19T16:35:46.522" v="202"/>
          <ac:spMkLst>
            <pc:docMk/>
            <pc:sldMk cId="2874205794" sldId="259"/>
            <ac:spMk id="6" creationId="{F67E56B0-AB13-6C7E-B2EB-B731B4F53D0F}"/>
          </ac:spMkLst>
        </pc:spChg>
        <pc:graphicFrameChg chg="add mod modGraphic">
          <ac:chgData name="Muhammed Noufal" userId="04015a09c417c981" providerId="LiveId" clId="{57333134-CAE9-4314-B829-E095F2987706}" dt="2026-09-19T18:35:20.864" v="1702" actId="20577"/>
          <ac:graphicFrameMkLst>
            <pc:docMk/>
            <pc:sldMk cId="2874205794" sldId="259"/>
            <ac:graphicFrameMk id="3" creationId="{1B2FD738-4BC5-8BA0-B83F-0CE47A3E7A58}"/>
          </ac:graphicFrameMkLst>
        </pc:graphicFrameChg>
      </pc:sldChg>
      <pc:sldChg chg="addSp delSp modSp new mod">
        <pc:chgData name="Muhammed Noufal" userId="04015a09c417c981" providerId="LiveId" clId="{57333134-CAE9-4314-B829-E095F2987706}" dt="2026-09-19T16:46:52.790" v="252" actId="14100"/>
        <pc:sldMkLst>
          <pc:docMk/>
          <pc:sldMk cId="2713929629" sldId="260"/>
        </pc:sldMkLst>
        <pc:picChg chg="add del mod">
          <ac:chgData name="Muhammed Noufal" userId="04015a09c417c981" providerId="LiveId" clId="{57333134-CAE9-4314-B829-E095F2987706}" dt="2026-09-19T16:45:23.895" v="241" actId="478"/>
          <ac:picMkLst>
            <pc:docMk/>
            <pc:sldMk cId="2713929629" sldId="260"/>
            <ac:picMk id="3" creationId="{381D6440-CB3B-AEAE-A503-D0B3A012DD5F}"/>
          </ac:picMkLst>
        </pc:picChg>
        <pc:picChg chg="add mod">
          <ac:chgData name="Muhammed Noufal" userId="04015a09c417c981" providerId="LiveId" clId="{57333134-CAE9-4314-B829-E095F2987706}" dt="2026-09-19T16:46:52.790" v="252" actId="14100"/>
          <ac:picMkLst>
            <pc:docMk/>
            <pc:sldMk cId="2713929629" sldId="260"/>
            <ac:picMk id="5" creationId="{84AB6FC8-C55F-3232-8EB0-2CC3B740DCDA}"/>
          </ac:picMkLst>
        </pc:picChg>
      </pc:sldChg>
      <pc:sldChg chg="addSp modSp new mod">
        <pc:chgData name="Muhammed Noufal" userId="04015a09c417c981" providerId="LiveId" clId="{57333134-CAE9-4314-B829-E095F2987706}" dt="2026-09-19T16:52:03.548" v="259" actId="14100"/>
        <pc:sldMkLst>
          <pc:docMk/>
          <pc:sldMk cId="4070936" sldId="261"/>
        </pc:sldMkLst>
        <pc:picChg chg="add mod">
          <ac:chgData name="Muhammed Noufal" userId="04015a09c417c981" providerId="LiveId" clId="{57333134-CAE9-4314-B829-E095F2987706}" dt="2026-09-19T16:52:03.548" v="259" actId="14100"/>
          <ac:picMkLst>
            <pc:docMk/>
            <pc:sldMk cId="4070936" sldId="261"/>
            <ac:picMk id="3" creationId="{4CF05D3E-BC9E-1573-25C3-AF657F9449A8}"/>
          </ac:picMkLst>
        </pc:picChg>
      </pc:sldChg>
      <pc:sldChg chg="addSp modSp new mod">
        <pc:chgData name="Muhammed Noufal" userId="04015a09c417c981" providerId="LiveId" clId="{57333134-CAE9-4314-B829-E095F2987706}" dt="2026-09-19T16:52:38.080" v="265" actId="14100"/>
        <pc:sldMkLst>
          <pc:docMk/>
          <pc:sldMk cId="2572681475" sldId="262"/>
        </pc:sldMkLst>
        <pc:picChg chg="add mod">
          <ac:chgData name="Muhammed Noufal" userId="04015a09c417c981" providerId="LiveId" clId="{57333134-CAE9-4314-B829-E095F2987706}" dt="2026-09-19T16:52:38.080" v="265" actId="14100"/>
          <ac:picMkLst>
            <pc:docMk/>
            <pc:sldMk cId="2572681475" sldId="262"/>
            <ac:picMk id="3" creationId="{38DE703A-F93A-05D6-0D83-DB051B697869}"/>
          </ac:picMkLst>
        </pc:picChg>
      </pc:sldChg>
      <pc:sldChg chg="addSp modSp new mod">
        <pc:chgData name="Muhammed Noufal" userId="04015a09c417c981" providerId="LiveId" clId="{57333134-CAE9-4314-B829-E095F2987706}" dt="2026-09-19T16:53:24.012" v="274" actId="14100"/>
        <pc:sldMkLst>
          <pc:docMk/>
          <pc:sldMk cId="570755807" sldId="263"/>
        </pc:sldMkLst>
        <pc:picChg chg="add mod">
          <ac:chgData name="Muhammed Noufal" userId="04015a09c417c981" providerId="LiveId" clId="{57333134-CAE9-4314-B829-E095F2987706}" dt="2026-09-19T16:53:24.012" v="274" actId="14100"/>
          <ac:picMkLst>
            <pc:docMk/>
            <pc:sldMk cId="570755807" sldId="263"/>
            <ac:picMk id="3" creationId="{D018BEBC-864E-9E83-9DCD-2EF177833BC9}"/>
          </ac:picMkLst>
        </pc:picChg>
      </pc:sldChg>
      <pc:sldChg chg="addSp delSp modSp new mod">
        <pc:chgData name="Muhammed Noufal" userId="04015a09c417c981" providerId="LiveId" clId="{57333134-CAE9-4314-B829-E095F2987706}" dt="2026-09-19T18:27:32.126" v="1386" actId="20577"/>
        <pc:sldMkLst>
          <pc:docMk/>
          <pc:sldMk cId="275254581" sldId="264"/>
        </pc:sldMkLst>
        <pc:spChg chg="mod">
          <ac:chgData name="Muhammed Noufal" userId="04015a09c417c981" providerId="LiveId" clId="{57333134-CAE9-4314-B829-E095F2987706}" dt="2026-09-19T18:25:15.861" v="1370" actId="14100"/>
          <ac:spMkLst>
            <pc:docMk/>
            <pc:sldMk cId="275254581" sldId="264"/>
            <ac:spMk id="2" creationId="{8C7F3BD0-202F-6DCC-EABB-E7884DD030A1}"/>
          </ac:spMkLst>
        </pc:spChg>
        <pc:spChg chg="add del mod">
          <ac:chgData name="Muhammed Noufal" userId="04015a09c417c981" providerId="LiveId" clId="{57333134-CAE9-4314-B829-E095F2987706}" dt="2026-09-19T17:00:48.472" v="330"/>
          <ac:spMkLst>
            <pc:docMk/>
            <pc:sldMk cId="275254581" sldId="264"/>
            <ac:spMk id="3" creationId="{9582722B-A608-CF12-73C4-B7A96461D9A0}"/>
          </ac:spMkLst>
        </pc:spChg>
        <pc:spChg chg="add mod">
          <ac:chgData name="Muhammed Noufal" userId="04015a09c417c981" providerId="LiveId" clId="{57333134-CAE9-4314-B829-E095F2987706}" dt="2026-09-19T17:07:22.306" v="510" actId="164"/>
          <ac:spMkLst>
            <pc:docMk/>
            <pc:sldMk cId="275254581" sldId="264"/>
            <ac:spMk id="4" creationId="{D734857C-4B14-A7D1-C90B-3EBBE3A730E1}"/>
          </ac:spMkLst>
        </pc:spChg>
        <pc:spChg chg="add del mod">
          <ac:chgData name="Muhammed Noufal" userId="04015a09c417c981" providerId="LiveId" clId="{57333134-CAE9-4314-B829-E095F2987706}" dt="2026-09-19T17:07:51.713" v="514" actId="478"/>
          <ac:spMkLst>
            <pc:docMk/>
            <pc:sldMk cId="275254581" sldId="264"/>
            <ac:spMk id="8" creationId="{C0CB4666-FB4B-7E99-63BA-B51310E6A46F}"/>
          </ac:spMkLst>
        </pc:spChg>
        <pc:spChg chg="add del mod">
          <ac:chgData name="Muhammed Noufal" userId="04015a09c417c981" providerId="LiveId" clId="{57333134-CAE9-4314-B829-E095F2987706}" dt="2026-09-19T18:22:49.847" v="1245" actId="478"/>
          <ac:spMkLst>
            <pc:docMk/>
            <pc:sldMk cId="275254581" sldId="264"/>
            <ac:spMk id="10" creationId="{673CF74A-C20A-CC14-ADD0-F637181A2705}"/>
          </ac:spMkLst>
        </pc:spChg>
        <pc:spChg chg="add del mod">
          <ac:chgData name="Muhammed Noufal" userId="04015a09c417c981" providerId="LiveId" clId="{57333134-CAE9-4314-B829-E095F2987706}" dt="2026-09-19T17:10:30.856" v="733" actId="478"/>
          <ac:spMkLst>
            <pc:docMk/>
            <pc:sldMk cId="275254581" sldId="264"/>
            <ac:spMk id="12" creationId="{BECE8251-0B7E-A765-7E1A-882E5F64FA79}"/>
          </ac:spMkLst>
        </pc:spChg>
        <pc:spChg chg="add mod">
          <ac:chgData name="Muhammed Noufal" userId="04015a09c417c981" providerId="LiveId" clId="{57333134-CAE9-4314-B829-E095F2987706}" dt="2026-09-19T17:07:22.306" v="510" actId="164"/>
          <ac:spMkLst>
            <pc:docMk/>
            <pc:sldMk cId="275254581" sldId="264"/>
            <ac:spMk id="13" creationId="{968F5837-6110-5296-70D2-2EA5EB4A4D1B}"/>
          </ac:spMkLst>
        </pc:spChg>
        <pc:spChg chg="del mod topLvl">
          <ac:chgData name="Muhammed Noufal" userId="04015a09c417c981" providerId="LiveId" clId="{57333134-CAE9-4314-B829-E095F2987706}" dt="2026-09-19T17:07:43.596" v="513" actId="478"/>
          <ac:spMkLst>
            <pc:docMk/>
            <pc:sldMk cId="275254581" sldId="264"/>
            <ac:spMk id="16" creationId="{5E404502-1110-92A6-655C-39613994C79A}"/>
          </ac:spMkLst>
        </pc:spChg>
        <pc:spChg chg="del mod topLvl">
          <ac:chgData name="Muhammed Noufal" userId="04015a09c417c981" providerId="LiveId" clId="{57333134-CAE9-4314-B829-E095F2987706}" dt="2026-09-19T17:08:07.785" v="516" actId="478"/>
          <ac:spMkLst>
            <pc:docMk/>
            <pc:sldMk cId="275254581" sldId="264"/>
            <ac:spMk id="17" creationId="{E1D87169-907F-5250-AA13-30FC114FC00C}"/>
          </ac:spMkLst>
        </pc:spChg>
        <pc:spChg chg="mod">
          <ac:chgData name="Muhammed Noufal" userId="04015a09c417c981" providerId="LiveId" clId="{57333134-CAE9-4314-B829-E095F2987706}" dt="2026-09-19T17:08:25.504" v="520" actId="20577"/>
          <ac:spMkLst>
            <pc:docMk/>
            <pc:sldMk cId="275254581" sldId="264"/>
            <ac:spMk id="19" creationId="{517981BC-22EA-1D26-6417-8C06945567A8}"/>
          </ac:spMkLst>
        </pc:spChg>
        <pc:spChg chg="mod">
          <ac:chgData name="Muhammed Noufal" userId="04015a09c417c981" providerId="LiveId" clId="{57333134-CAE9-4314-B829-E095F2987706}" dt="2026-09-19T17:10:12.530" v="729" actId="1076"/>
          <ac:spMkLst>
            <pc:docMk/>
            <pc:sldMk cId="275254581" sldId="264"/>
            <ac:spMk id="20" creationId="{0113B620-8A3A-403A-E9EA-BA5AA14D5865}"/>
          </ac:spMkLst>
        </pc:spChg>
        <pc:spChg chg="mod">
          <ac:chgData name="Muhammed Noufal" userId="04015a09c417c981" providerId="LiveId" clId="{57333134-CAE9-4314-B829-E095F2987706}" dt="2026-09-19T17:10:59.175" v="735" actId="20577"/>
          <ac:spMkLst>
            <pc:docMk/>
            <pc:sldMk cId="275254581" sldId="264"/>
            <ac:spMk id="22" creationId="{46376687-D6E3-BB5A-7501-E165EDA4F14B}"/>
          </ac:spMkLst>
        </pc:spChg>
        <pc:spChg chg="mod">
          <ac:chgData name="Muhammed Noufal" userId="04015a09c417c981" providerId="LiveId" clId="{57333134-CAE9-4314-B829-E095F2987706}" dt="2026-09-19T17:12:20.591" v="851" actId="20577"/>
          <ac:spMkLst>
            <pc:docMk/>
            <pc:sldMk cId="275254581" sldId="264"/>
            <ac:spMk id="23" creationId="{04C389C6-4934-A928-C162-D7DE891CAC44}"/>
          </ac:spMkLst>
        </pc:spChg>
        <pc:spChg chg="mod">
          <ac:chgData name="Muhammed Noufal" userId="04015a09c417c981" providerId="LiveId" clId="{57333134-CAE9-4314-B829-E095F2987706}" dt="2026-09-19T17:12:39.441" v="855" actId="20577"/>
          <ac:spMkLst>
            <pc:docMk/>
            <pc:sldMk cId="275254581" sldId="264"/>
            <ac:spMk id="25" creationId="{079E29AE-1DA7-396F-6A2F-77A0977A1AB8}"/>
          </ac:spMkLst>
        </pc:spChg>
        <pc:spChg chg="mod">
          <ac:chgData name="Muhammed Noufal" userId="04015a09c417c981" providerId="LiveId" clId="{57333134-CAE9-4314-B829-E095F2987706}" dt="2026-09-19T18:27:19.128" v="1384" actId="20577"/>
          <ac:spMkLst>
            <pc:docMk/>
            <pc:sldMk cId="275254581" sldId="264"/>
            <ac:spMk id="26" creationId="{56AF7A5D-4085-562D-C139-243C67833DB6}"/>
          </ac:spMkLst>
        </pc:spChg>
        <pc:spChg chg="mod">
          <ac:chgData name="Muhammed Noufal" userId="04015a09c417c981" providerId="LiveId" clId="{57333134-CAE9-4314-B829-E095F2987706}" dt="2026-09-19T18:23:01.618" v="1247" actId="20577"/>
          <ac:spMkLst>
            <pc:docMk/>
            <pc:sldMk cId="275254581" sldId="264"/>
            <ac:spMk id="28" creationId="{95C0DCAF-8C72-135A-ED83-7A94A3781DCF}"/>
          </ac:spMkLst>
        </pc:spChg>
        <pc:spChg chg="mod">
          <ac:chgData name="Muhammed Noufal" userId="04015a09c417c981" providerId="LiveId" clId="{57333134-CAE9-4314-B829-E095F2987706}" dt="2026-09-19T18:27:32.126" v="1386" actId="20577"/>
          <ac:spMkLst>
            <pc:docMk/>
            <pc:sldMk cId="275254581" sldId="264"/>
            <ac:spMk id="29" creationId="{5262A446-C7CD-3FDD-B0D2-8445A1B62090}"/>
          </ac:spMkLst>
        </pc:spChg>
        <pc:spChg chg="mod">
          <ac:chgData name="Muhammed Noufal" userId="04015a09c417c981" providerId="LiveId" clId="{57333134-CAE9-4314-B829-E095F2987706}" dt="2026-09-19T18:26:33.321" v="1377" actId="20577"/>
          <ac:spMkLst>
            <pc:docMk/>
            <pc:sldMk cId="275254581" sldId="264"/>
            <ac:spMk id="31" creationId="{F83EC4F2-2B3C-B886-62D5-07D054794E31}"/>
          </ac:spMkLst>
        </pc:spChg>
        <pc:spChg chg="mod">
          <ac:chgData name="Muhammed Noufal" userId="04015a09c417c981" providerId="LiveId" clId="{57333134-CAE9-4314-B829-E095F2987706}" dt="2026-09-19T18:24:41.015" v="1365" actId="20577"/>
          <ac:spMkLst>
            <pc:docMk/>
            <pc:sldMk cId="275254581" sldId="264"/>
            <ac:spMk id="32" creationId="{C16F8E1E-155B-1941-345A-2896864E364F}"/>
          </ac:spMkLst>
        </pc:spChg>
        <pc:spChg chg="add del mod">
          <ac:chgData name="Muhammed Noufal" userId="04015a09c417c981" providerId="LiveId" clId="{57333134-CAE9-4314-B829-E095F2987706}" dt="2026-09-19T18:24:02.370" v="1255"/>
          <ac:spMkLst>
            <pc:docMk/>
            <pc:sldMk cId="275254581" sldId="264"/>
            <ac:spMk id="33" creationId="{454E38D3-2DDD-464A-1201-768A06696379}"/>
          </ac:spMkLst>
        </pc:spChg>
        <pc:spChg chg="add del mod">
          <ac:chgData name="Muhammed Noufal" userId="04015a09c417c981" providerId="LiveId" clId="{57333134-CAE9-4314-B829-E095F2987706}" dt="2026-09-19T18:26:22.114" v="1375"/>
          <ac:spMkLst>
            <pc:docMk/>
            <pc:sldMk cId="275254581" sldId="264"/>
            <ac:spMk id="34" creationId="{6F1B4331-07FC-5798-E33C-470F4298CE8D}"/>
          </ac:spMkLst>
        </pc:spChg>
        <pc:grpChg chg="add mod">
          <ac:chgData name="Muhammed Noufal" userId="04015a09c417c981" providerId="LiveId" clId="{57333134-CAE9-4314-B829-E095F2987706}" dt="2026-09-19T17:07:22.306" v="510" actId="164"/>
          <ac:grpSpMkLst>
            <pc:docMk/>
            <pc:sldMk cId="275254581" sldId="264"/>
            <ac:grpSpMk id="14" creationId="{14FACC34-65A1-2395-6733-9A246EE9AC89}"/>
          </ac:grpSpMkLst>
        </pc:grpChg>
        <pc:grpChg chg="add del mod">
          <ac:chgData name="Muhammed Noufal" userId="04015a09c417c981" providerId="LiveId" clId="{57333134-CAE9-4314-B829-E095F2987706}" dt="2026-09-19T17:07:43.596" v="513" actId="478"/>
          <ac:grpSpMkLst>
            <pc:docMk/>
            <pc:sldMk cId="275254581" sldId="264"/>
            <ac:grpSpMk id="15" creationId="{8AE2C0CE-B819-8F07-A50A-96B28D521681}"/>
          </ac:grpSpMkLst>
        </pc:grpChg>
        <pc:grpChg chg="add mod">
          <ac:chgData name="Muhammed Noufal" userId="04015a09c417c981" providerId="LiveId" clId="{57333134-CAE9-4314-B829-E095F2987706}" dt="2026-09-19T17:08:19.467" v="518" actId="1076"/>
          <ac:grpSpMkLst>
            <pc:docMk/>
            <pc:sldMk cId="275254581" sldId="264"/>
            <ac:grpSpMk id="18" creationId="{CA9EA282-37F9-5891-6404-D5249A5E0AD9}"/>
          </ac:grpSpMkLst>
        </pc:grpChg>
        <pc:grpChg chg="add mod">
          <ac:chgData name="Muhammed Noufal" userId="04015a09c417c981" providerId="LiveId" clId="{57333134-CAE9-4314-B829-E095F2987706}" dt="2026-09-19T17:10:25.834" v="731" actId="1076"/>
          <ac:grpSpMkLst>
            <pc:docMk/>
            <pc:sldMk cId="275254581" sldId="264"/>
            <ac:grpSpMk id="21" creationId="{B9502095-9305-D8BC-2247-0BEE16E41903}"/>
          </ac:grpSpMkLst>
        </pc:grpChg>
        <pc:grpChg chg="add mod">
          <ac:chgData name="Muhammed Noufal" userId="04015a09c417c981" providerId="LiveId" clId="{57333134-CAE9-4314-B829-E095F2987706}" dt="2026-09-19T18:23:43.338" v="1251" actId="1076"/>
          <ac:grpSpMkLst>
            <pc:docMk/>
            <pc:sldMk cId="275254581" sldId="264"/>
            <ac:grpSpMk id="24" creationId="{15B38D43-6A01-5E6B-F801-16031651D602}"/>
          </ac:grpSpMkLst>
        </pc:grpChg>
        <pc:grpChg chg="add mod">
          <ac:chgData name="Muhammed Noufal" userId="04015a09c417c981" providerId="LiveId" clId="{57333134-CAE9-4314-B829-E095F2987706}" dt="2026-09-19T18:23:49.753" v="1252" actId="1076"/>
          <ac:grpSpMkLst>
            <pc:docMk/>
            <pc:sldMk cId="275254581" sldId="264"/>
            <ac:grpSpMk id="27" creationId="{8A99F032-85AC-3808-F1C5-8A190F064D1A}"/>
          </ac:grpSpMkLst>
        </pc:grpChg>
        <pc:grpChg chg="add mod">
          <ac:chgData name="Muhammed Noufal" userId="04015a09c417c981" providerId="LiveId" clId="{57333134-CAE9-4314-B829-E095F2987706}" dt="2026-09-19T18:26:50.401" v="1378" actId="1076"/>
          <ac:grpSpMkLst>
            <pc:docMk/>
            <pc:sldMk cId="275254581" sldId="264"/>
            <ac:grpSpMk id="30" creationId="{AA025B4E-5D07-0DD8-EB62-520467BAB117}"/>
          </ac:grpSpMkLst>
        </pc:grpChg>
        <pc:picChg chg="add del">
          <ac:chgData name="Muhammed Noufal" userId="04015a09c417c981" providerId="LiveId" clId="{57333134-CAE9-4314-B829-E095F2987706}" dt="2026-09-19T17:02:29.655" v="340" actId="22"/>
          <ac:picMkLst>
            <pc:docMk/>
            <pc:sldMk cId="275254581" sldId="264"/>
            <ac:picMk id="6" creationId="{4BB247BB-6F29-E0BF-227A-B2F8BA39F1B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8215E-846F-42E0-AC75-4F09C370D726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7284AC-042B-440E-A58D-752AC76768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334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7284AC-042B-440E-A58D-752AC767681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426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432B-E3A5-5590-5930-C33E1FEB7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812259"/>
            <a:ext cx="8825658" cy="2696761"/>
          </a:xfrm>
        </p:spPr>
        <p:txBody>
          <a:bodyPr/>
          <a:lstStyle/>
          <a:p>
            <a:r>
              <a:rPr lang="en-IN" sz="4800" dirty="0">
                <a:solidFill>
                  <a:schemeClr val="bg2">
                    <a:lumMod val="20000"/>
                    <a:lumOff val="80000"/>
                  </a:schemeClr>
                </a:solidFill>
                <a:latin typeface="Bodoni MT" panose="02070603080606020203" pitchFamily="18" charset="0"/>
              </a:rPr>
              <a:t>Stroke risk and patients health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0D361-9338-D929-C971-F5356C08F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4148116"/>
            <a:ext cx="8825658" cy="861420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1800" dirty="0"/>
              <a:t>data model . Calculated columns . Dax measures . Page layout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8679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4CEB-D1D8-2637-DD96-FD75CBC3A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496366"/>
            <a:ext cx="3401064" cy="951434"/>
          </a:xfrm>
        </p:spPr>
        <p:txBody>
          <a:bodyPr/>
          <a:lstStyle/>
          <a:p>
            <a:r>
              <a:rPr lang="en-IN" sz="32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Bodoni MT Condensed" panose="02070606080606020203" pitchFamily="18" charset="0"/>
              </a:rPr>
              <a:t>OBJECTIVE</a:t>
            </a:r>
            <a:br>
              <a:rPr lang="en-IN" sz="32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Bodoni MT Condensed" panose="02070606080606020203" pitchFamily="18" charset="0"/>
              </a:rPr>
            </a:br>
            <a:r>
              <a:rPr lang="en-IN" sz="1400" dirty="0">
                <a:solidFill>
                  <a:schemeClr val="bg2">
                    <a:lumMod val="20000"/>
                    <a:lumOff val="80000"/>
                  </a:schemeClr>
                </a:solidFill>
                <a:latin typeface="Bodoni MT Condensed" panose="02070606080606020203" pitchFamily="18" charset="0"/>
              </a:rPr>
              <a:t>Why this dashboard exists  and  what it needs to answer</a:t>
            </a:r>
            <a:endParaRPr lang="en-IN" sz="3200" dirty="0">
              <a:solidFill>
                <a:schemeClr val="bg2">
                  <a:lumMod val="20000"/>
                  <a:lumOff val="80000"/>
                </a:schemeClr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289AE-843C-56DB-FB2B-1606D3AAD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4735" y="1887957"/>
            <a:ext cx="4758813" cy="4620997"/>
          </a:xfrm>
        </p:spPr>
        <p:txBody>
          <a:bodyPr>
            <a:normAutofit/>
          </a:bodyPr>
          <a:lstStyle/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600" dirty="0"/>
              <a:t>Give a single, trusted view of patient demographics and clinical indicators.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600" dirty="0"/>
              <a:t>Show which segments - by age, hypertension, heart disease, glucose level, BMI, and smoking - have higher stroke incidence in this data.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600" dirty="0"/>
              <a:t>Let users filter and drill down by demographic and lifestyle attributes without needing technical skills.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600" dirty="0"/>
              <a:t>Be transparent about data quality (missing BMI, unknown smoking status) instead of hiding gaps.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r>
              <a:rPr lang="en-IN" sz="1600" dirty="0"/>
              <a:t>Build the data model in a way that can be refreshed or extended with future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3CCE57-F702-38BA-E437-76B99C625A8A}"/>
              </a:ext>
            </a:extLst>
          </p:cNvPr>
          <p:cNvSpPr/>
          <p:nvPr/>
        </p:nvSpPr>
        <p:spPr>
          <a:xfrm>
            <a:off x="6882581" y="1612490"/>
            <a:ext cx="3824748" cy="4407310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sz="2000" b="1" dirty="0">
                <a:solidFill>
                  <a:schemeClr val="tx1">
                    <a:lumMod val="95000"/>
                  </a:schemeClr>
                </a:solidFill>
              </a:rPr>
              <a:t>CATALOG SNAPSHOT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5110</a:t>
            </a:r>
          </a:p>
          <a:p>
            <a:pPr algn="ctr"/>
            <a:r>
              <a:rPr lang="en-IN" dirty="0"/>
              <a:t>Total patients</a:t>
            </a:r>
          </a:p>
          <a:p>
            <a:pPr algn="ctr"/>
            <a:r>
              <a:rPr lang="en-IN" dirty="0"/>
              <a:t>249</a:t>
            </a:r>
          </a:p>
          <a:p>
            <a:pPr algn="ctr"/>
            <a:r>
              <a:rPr lang="en-IN" dirty="0"/>
              <a:t>Stroke cases</a:t>
            </a:r>
          </a:p>
          <a:p>
            <a:pPr algn="ctr"/>
            <a:r>
              <a:rPr lang="en-IN" dirty="0"/>
              <a:t>12</a:t>
            </a:r>
          </a:p>
          <a:p>
            <a:pPr algn="ctr"/>
            <a:r>
              <a:rPr lang="en-IN" dirty="0"/>
              <a:t>Column used</a:t>
            </a:r>
          </a:p>
          <a:p>
            <a:pPr algn="ctr"/>
            <a:r>
              <a:rPr lang="en-IN" dirty="0"/>
              <a:t>4.87%</a:t>
            </a:r>
          </a:p>
          <a:p>
            <a:pPr algn="ctr"/>
            <a:r>
              <a:rPr lang="en-IN" dirty="0"/>
              <a:t>Observed stroke rate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43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56B1-8285-D90E-C02E-913F9D6FB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40108"/>
          </a:xfrm>
        </p:spPr>
        <p:txBody>
          <a:bodyPr/>
          <a:lstStyle/>
          <a:p>
            <a:r>
              <a:rPr lang="en-IN" sz="3600" dirty="0">
                <a:solidFill>
                  <a:schemeClr val="bg2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From row data to dashboard</a:t>
            </a:r>
            <a:br>
              <a:rPr lang="en-IN" dirty="0"/>
            </a:br>
            <a:r>
              <a:rPr lang="en-IN" sz="1400" dirty="0"/>
              <a:t>The build sequence this deck follows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2E4274-3111-7551-3BA9-167F634551B8}"/>
              </a:ext>
            </a:extLst>
          </p:cNvPr>
          <p:cNvCxnSpPr>
            <a:cxnSpLocks/>
          </p:cNvCxnSpPr>
          <p:nvPr/>
        </p:nvCxnSpPr>
        <p:spPr>
          <a:xfrm>
            <a:off x="646111" y="1367118"/>
            <a:ext cx="90779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FF23F2-5318-D7B3-135C-7702922A4F9B}"/>
              </a:ext>
            </a:extLst>
          </p:cNvPr>
          <p:cNvSpPr/>
          <p:nvPr/>
        </p:nvSpPr>
        <p:spPr>
          <a:xfrm>
            <a:off x="545691" y="2182761"/>
            <a:ext cx="2482644" cy="321514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2"/>
                </a:solidFill>
              </a:rPr>
              <a:t>12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Source columns</a:t>
            </a:r>
          </a:p>
          <a:p>
            <a:pPr algn="ctr"/>
            <a:endParaRPr lang="en-IN" sz="1600" dirty="0">
              <a:solidFill>
                <a:schemeClr val="tx1"/>
              </a:solidFill>
            </a:endParaRPr>
          </a:p>
          <a:p>
            <a:pPr algn="ctr"/>
            <a:endParaRPr lang="en-IN" sz="800" dirty="0"/>
          </a:p>
          <a:p>
            <a:pPr algn="ctr"/>
            <a:r>
              <a:rPr lang="en-IN" sz="900" dirty="0"/>
              <a:t>Id, Gender, </a:t>
            </a:r>
            <a:r>
              <a:rPr lang="en-IN" sz="900" dirty="0" err="1"/>
              <a:t>Age,Hypertension,Heart-disease,Ever-married,Work</a:t>
            </a:r>
            <a:r>
              <a:rPr lang="en-IN" sz="900" dirty="0"/>
              <a:t> </a:t>
            </a:r>
            <a:r>
              <a:rPr lang="en-IN" sz="900" dirty="0" err="1"/>
              <a:t>type,Residence</a:t>
            </a:r>
            <a:r>
              <a:rPr lang="en-IN" sz="900" dirty="0"/>
              <a:t> </a:t>
            </a:r>
            <a:r>
              <a:rPr lang="en-IN" sz="900" dirty="0" err="1"/>
              <a:t>type,Avg</a:t>
            </a:r>
            <a:r>
              <a:rPr lang="en-IN" sz="900" dirty="0"/>
              <a:t>-glucose-</a:t>
            </a:r>
            <a:r>
              <a:rPr lang="en-IN" sz="900" dirty="0" err="1"/>
              <a:t>level,BMI,Smoking</a:t>
            </a:r>
            <a:r>
              <a:rPr lang="en-IN" sz="900" dirty="0"/>
              <a:t>-</a:t>
            </a:r>
            <a:r>
              <a:rPr lang="en-IN" sz="900" dirty="0" err="1"/>
              <a:t>status,Sroke</a:t>
            </a:r>
            <a:endParaRPr lang="en-IN" sz="900" dirty="0"/>
          </a:p>
          <a:p>
            <a:pPr algn="ctr"/>
            <a:endParaRPr lang="en-IN" sz="9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D5BA8F8-7A68-4640-0BE6-4B663EE56A88}"/>
              </a:ext>
            </a:extLst>
          </p:cNvPr>
          <p:cNvSpPr/>
          <p:nvPr/>
        </p:nvSpPr>
        <p:spPr>
          <a:xfrm>
            <a:off x="3470787" y="2182760"/>
            <a:ext cx="2482644" cy="321514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2"/>
                </a:solidFill>
              </a:rPr>
              <a:t>6</a:t>
            </a:r>
          </a:p>
          <a:p>
            <a:pPr algn="ctr"/>
            <a:r>
              <a:rPr lang="en-IN" sz="1600" dirty="0"/>
              <a:t>Calculated columns</a:t>
            </a:r>
          </a:p>
          <a:p>
            <a:pPr algn="ctr"/>
            <a:endParaRPr lang="en-IN" dirty="0"/>
          </a:p>
          <a:p>
            <a:pPr algn="ctr"/>
            <a:r>
              <a:rPr lang="en-IN" sz="1100" dirty="0"/>
              <a:t>Age-</a:t>
            </a:r>
            <a:r>
              <a:rPr lang="en-IN" sz="1100" dirty="0" err="1"/>
              <a:t>group,Bmi</a:t>
            </a:r>
            <a:r>
              <a:rPr lang="en-IN" sz="1100" dirty="0"/>
              <a:t> </a:t>
            </a:r>
            <a:r>
              <a:rPr lang="en-IN" sz="1100" dirty="0" err="1"/>
              <a:t>category,Glucose</a:t>
            </a:r>
            <a:r>
              <a:rPr lang="en-IN" sz="1100" dirty="0"/>
              <a:t> </a:t>
            </a:r>
            <a:r>
              <a:rPr lang="en-IN" sz="1100" dirty="0" err="1"/>
              <a:t>category,Hypertension</a:t>
            </a:r>
            <a:r>
              <a:rPr lang="en-IN" sz="1100" dirty="0"/>
              <a:t> </a:t>
            </a:r>
            <a:r>
              <a:rPr lang="en-IN" sz="1100" dirty="0" err="1"/>
              <a:t>status,Heart</a:t>
            </a:r>
            <a:r>
              <a:rPr lang="en-IN" sz="1100" dirty="0"/>
              <a:t>-disease </a:t>
            </a:r>
            <a:r>
              <a:rPr lang="en-IN" sz="1100" dirty="0" err="1"/>
              <a:t>status,Stroke</a:t>
            </a:r>
            <a:r>
              <a:rPr lang="en-IN" sz="1100" dirty="0"/>
              <a:t> status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2F794B-FA14-EBF1-0F2B-056036FBD653}"/>
              </a:ext>
            </a:extLst>
          </p:cNvPr>
          <p:cNvSpPr/>
          <p:nvPr/>
        </p:nvSpPr>
        <p:spPr>
          <a:xfrm>
            <a:off x="6395883" y="2182759"/>
            <a:ext cx="2482644" cy="321514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2"/>
                </a:solidFill>
              </a:rPr>
              <a:t>9</a:t>
            </a:r>
          </a:p>
          <a:p>
            <a:pPr algn="ctr"/>
            <a:r>
              <a:rPr lang="en-IN" dirty="0"/>
              <a:t>DAX Measures</a:t>
            </a:r>
          </a:p>
          <a:p>
            <a:pPr algn="ctr"/>
            <a:endParaRPr lang="en-IN" dirty="0"/>
          </a:p>
          <a:p>
            <a:pPr algn="ctr"/>
            <a:r>
              <a:rPr lang="en-IN" sz="1200" dirty="0"/>
              <a:t>Total patients, Stroke rate , </a:t>
            </a:r>
            <a:r>
              <a:rPr lang="en-IN" sz="1200" dirty="0" err="1"/>
              <a:t>averages,Number</a:t>
            </a:r>
            <a:r>
              <a:rPr lang="en-IN" sz="1200" dirty="0"/>
              <a:t> of cases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9BECCF-2E41-0B8D-0BF5-67DD78947DA6}"/>
              </a:ext>
            </a:extLst>
          </p:cNvPr>
          <p:cNvSpPr/>
          <p:nvPr/>
        </p:nvSpPr>
        <p:spPr>
          <a:xfrm>
            <a:off x="9320979" y="2182758"/>
            <a:ext cx="2482644" cy="321514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2"/>
                </a:solidFill>
              </a:rPr>
              <a:t>4</a:t>
            </a:r>
            <a:r>
              <a:rPr lang="en-IN" dirty="0"/>
              <a:t> </a:t>
            </a:r>
          </a:p>
          <a:p>
            <a:pPr algn="ctr"/>
            <a:r>
              <a:rPr lang="en-IN" dirty="0"/>
              <a:t>Dashboard pages</a:t>
            </a:r>
          </a:p>
          <a:p>
            <a:pPr algn="ctr"/>
            <a:endParaRPr lang="en-IN" sz="1200" dirty="0"/>
          </a:p>
          <a:p>
            <a:pPr algn="ctr"/>
            <a:r>
              <a:rPr lang="en-IN" sz="1200" dirty="0" err="1"/>
              <a:t>Overview,Clinical</a:t>
            </a:r>
            <a:r>
              <a:rPr lang="en-IN" sz="1200" dirty="0"/>
              <a:t> risk </a:t>
            </a:r>
            <a:r>
              <a:rPr lang="en-IN" sz="1200" dirty="0" err="1"/>
              <a:t>factors,Demographical</a:t>
            </a:r>
            <a:r>
              <a:rPr lang="en-IN" sz="1200" dirty="0"/>
              <a:t> and </a:t>
            </a:r>
            <a:r>
              <a:rPr lang="en-IN" sz="1200" dirty="0" err="1"/>
              <a:t>lifestyle,Keyinsights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942895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DF61E-E5AA-1DEA-72EC-C1C04AD85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14" y="187247"/>
            <a:ext cx="9404723" cy="1400530"/>
          </a:xfrm>
        </p:spPr>
        <p:txBody>
          <a:bodyPr/>
          <a:lstStyle/>
          <a:p>
            <a:r>
              <a:rPr lang="en-IN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DAX measures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2FD738-4BC5-8BA0-B83F-0CE47A3E7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630088"/>
              </p:ext>
            </p:extLst>
          </p:nvPr>
        </p:nvGraphicFramePr>
        <p:xfrm>
          <a:off x="707923" y="1494503"/>
          <a:ext cx="9855452" cy="4976771"/>
        </p:xfrm>
        <a:graphic>
          <a:graphicData uri="http://schemas.openxmlformats.org/drawingml/2006/table">
            <a:tbl>
              <a:tblPr firstRow="1" firstCol="1" bandRow="1">
                <a:tableStyleId>{D27102A9-8310-4765-A935-A1911B00CA55}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566658173"/>
                    </a:ext>
                  </a:extLst>
                </a:gridCol>
                <a:gridCol w="6975452">
                  <a:extLst>
                    <a:ext uri="{9D8B030D-6E8A-4147-A177-3AD203B41FA5}">
                      <a16:colId xmlns:a16="http://schemas.microsoft.com/office/drawing/2014/main" val="3006141115"/>
                    </a:ext>
                  </a:extLst>
                </a:gridCol>
              </a:tblGrid>
              <a:tr h="2495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Measure</a:t>
                      </a:r>
                      <a:endParaRPr lang="en-IN" sz="28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800" dirty="0">
                          <a:effectLst/>
                        </a:rPr>
                        <a:t>DAX</a:t>
                      </a:r>
                      <a:endParaRPr lang="en-IN" sz="32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901976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Total Patients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Total Patients = COUNTROWS(Stroke _cleaned_ data )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6684662"/>
                  </a:ext>
                </a:extLst>
              </a:tr>
              <a:tr h="5186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Stroke Cases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Stroke Cases = CALCULATE(COUNTROWS(Stroke _cleaned_ data ), Stroke _cleaned_ data [stroke] = 1)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7046279"/>
                  </a:ext>
                </a:extLst>
              </a:tr>
              <a:tr h="5211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Non-Stroke Cases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Non-Stroke Cases = CALCULATE(COUNTROWS(Stroke _cleaned_ data ), Stroke _cleaned_ data [stroke] = 0)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6682993"/>
                  </a:ext>
                </a:extLst>
              </a:tr>
              <a:tr h="3646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Stroke Rate</a:t>
                      </a:r>
                      <a:endParaRPr lang="en-IN" sz="100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Stroke Rate = DIVIDE([Stroke Cases], [Total Patients], 0)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8735398"/>
                  </a:ext>
                </a:extLst>
              </a:tr>
              <a:tr h="3785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Average Age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Average Age = AVERAGE(Stroke _cleaned_ data [age])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4500232"/>
                  </a:ext>
                </a:extLst>
              </a:tr>
              <a:tr h="4424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Average Glucose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Average Glucose = AVERAGE(Stroke _cleaned_ data [avg _glucose _ level])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7976263"/>
                  </a:ext>
                </a:extLst>
              </a:tr>
              <a:tr h="4129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Average BMI</a:t>
                      </a:r>
                      <a:endParaRPr lang="en-IN" sz="100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Average BMI = AVERAGE(Stroke _cleaned_ data [ </a:t>
                      </a:r>
                      <a:r>
                        <a:rPr lang="en-US" sz="900" dirty="0" err="1">
                          <a:effectLst/>
                        </a:rPr>
                        <a:t>Bmi</a:t>
                      </a:r>
                      <a:r>
                        <a:rPr lang="en-US" sz="900" dirty="0">
                          <a:effectLst/>
                        </a:rPr>
                        <a:t> ])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5888032"/>
                  </a:ext>
                </a:extLst>
              </a:tr>
              <a:tr h="7340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Hypertension Cases</a:t>
                      </a:r>
                      <a:endParaRPr lang="en-IN" sz="100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Hypertension Cases = CALCULATE(COUNTROWS(Stroke _cleaned_ data ), Stroke _cleaned_ data [hypertension] = 1)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8415014"/>
                  </a:ext>
                </a:extLst>
              </a:tr>
              <a:tr h="7858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Heart Disease Cases</a:t>
                      </a:r>
                      <a:endParaRPr lang="en-IN" sz="100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Heart Disease Cases = CALCULATE(COUNTROWS(Stroke _cleaned_ data ), Stroke _cleaned_ data [heart_ disease] = 1)</a:t>
                      </a:r>
                      <a:endParaRPr lang="en-IN" sz="1000" dirty="0">
                        <a:effectLst/>
                        <a:latin typeface="Aptos" panose="020B0004020202020204" pitchFamily="34" charset="0"/>
                        <a:ea typeface="MS Mincho" panose="020B0400000000000000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8640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20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AB6FC8-C55F-3232-8EB0-2CC3B740D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8" y="44475"/>
            <a:ext cx="11788877" cy="676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29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F05D3E-BC9E-1573-25C3-AF657F944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DE703A-F93A-05D6-0D83-DB051B697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81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18BEBC-864E-9E83-9DCD-2EF177833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55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F3BD0-202F-6DCC-EABB-E7884DD03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09" y="225747"/>
            <a:ext cx="9404723" cy="872437"/>
          </a:xfrm>
        </p:spPr>
        <p:txBody>
          <a:bodyPr/>
          <a:lstStyle/>
          <a:p>
            <a:r>
              <a:rPr lang="en-IN" sz="4000" dirty="0">
                <a:latin typeface="Bodoni MT Condensed" panose="02070606080606020203" pitchFamily="18" charset="0"/>
              </a:rPr>
              <a:t>BUILD ORDER</a:t>
            </a:r>
            <a:br>
              <a:rPr lang="en-IN" dirty="0"/>
            </a:b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FACC34-65A1-2395-6733-9A246EE9AC89}"/>
              </a:ext>
            </a:extLst>
          </p:cNvPr>
          <p:cNvGrpSpPr/>
          <p:nvPr/>
        </p:nvGrpSpPr>
        <p:grpSpPr>
          <a:xfrm>
            <a:off x="766916" y="1564181"/>
            <a:ext cx="11198942" cy="646331"/>
            <a:chOff x="766916" y="1564181"/>
            <a:chExt cx="11198942" cy="646331"/>
          </a:xfrm>
        </p:grpSpPr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D734857C-4B14-A7D1-C90B-3EBBE3A730E1}"/>
                </a:ext>
              </a:extLst>
            </p:cNvPr>
            <p:cNvSpPr/>
            <p:nvPr/>
          </p:nvSpPr>
          <p:spPr>
            <a:xfrm>
              <a:off x="766916" y="1624581"/>
              <a:ext cx="452284" cy="457333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bg2"/>
                  </a:solidFill>
                </a:rPr>
                <a:t>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68F5837-6110-5296-70D2-2EA5EB4A4D1B}"/>
                </a:ext>
              </a:extLst>
            </p:cNvPr>
            <p:cNvSpPr txBox="1"/>
            <p:nvPr/>
          </p:nvSpPr>
          <p:spPr>
            <a:xfrm>
              <a:off x="1340005" y="1564181"/>
              <a:ext cx="106258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  First download stroke prediction table data into excel ,and clean the data with the help of power query editor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9EA282-37F9-5891-6404-D5249A5E0AD9}"/>
              </a:ext>
            </a:extLst>
          </p:cNvPr>
          <p:cNvGrpSpPr/>
          <p:nvPr/>
        </p:nvGrpSpPr>
        <p:grpSpPr>
          <a:xfrm>
            <a:off x="766916" y="2452196"/>
            <a:ext cx="11198941" cy="457333"/>
            <a:chOff x="766916" y="1624581"/>
            <a:chExt cx="11198941" cy="457333"/>
          </a:xfrm>
        </p:grpSpPr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517981BC-22EA-1D26-6417-8C06945567A8}"/>
                </a:ext>
              </a:extLst>
            </p:cNvPr>
            <p:cNvSpPr/>
            <p:nvPr/>
          </p:nvSpPr>
          <p:spPr>
            <a:xfrm>
              <a:off x="766916" y="1624581"/>
              <a:ext cx="452284" cy="457333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13B620-8A3A-403A-E9EA-BA5AA14D5865}"/>
                </a:ext>
              </a:extLst>
            </p:cNvPr>
            <p:cNvSpPr txBox="1"/>
            <p:nvPr/>
          </p:nvSpPr>
          <p:spPr>
            <a:xfrm>
              <a:off x="1340004" y="1712582"/>
              <a:ext cx="106258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  Import stroke prediction excel file into power bi and conform data types  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9502095-9305-D8BC-2247-0BEE16E41903}"/>
              </a:ext>
            </a:extLst>
          </p:cNvPr>
          <p:cNvGrpSpPr/>
          <p:nvPr/>
        </p:nvGrpSpPr>
        <p:grpSpPr>
          <a:xfrm>
            <a:off x="766916" y="3239214"/>
            <a:ext cx="11198941" cy="457333"/>
            <a:chOff x="766916" y="1624581"/>
            <a:chExt cx="11198941" cy="457333"/>
          </a:xfrm>
        </p:grpSpPr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46376687-D6E3-BB5A-7501-E165EDA4F14B}"/>
                </a:ext>
              </a:extLst>
            </p:cNvPr>
            <p:cNvSpPr/>
            <p:nvPr/>
          </p:nvSpPr>
          <p:spPr>
            <a:xfrm>
              <a:off x="766916" y="1624581"/>
              <a:ext cx="452284" cy="457333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C389C6-4934-A928-C162-D7DE891CAC44}"/>
                </a:ext>
              </a:extLst>
            </p:cNvPr>
            <p:cNvSpPr txBox="1"/>
            <p:nvPr/>
          </p:nvSpPr>
          <p:spPr>
            <a:xfrm>
              <a:off x="1340004" y="1712582"/>
              <a:ext cx="106258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  Build the 7 Dax measures  from the dataset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5B38D43-6A01-5E6B-F801-16031651D602}"/>
              </a:ext>
            </a:extLst>
          </p:cNvPr>
          <p:cNvGrpSpPr/>
          <p:nvPr/>
        </p:nvGrpSpPr>
        <p:grpSpPr>
          <a:xfrm>
            <a:off x="766916" y="3973567"/>
            <a:ext cx="11198941" cy="734332"/>
            <a:chOff x="766916" y="1624581"/>
            <a:chExt cx="11198941" cy="734332"/>
          </a:xfrm>
        </p:grpSpPr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079E29AE-1DA7-396F-6A2F-77A0977A1AB8}"/>
                </a:ext>
              </a:extLst>
            </p:cNvPr>
            <p:cNvSpPr/>
            <p:nvPr/>
          </p:nvSpPr>
          <p:spPr>
            <a:xfrm>
              <a:off x="766916" y="1624581"/>
              <a:ext cx="452284" cy="457333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bg2"/>
                  </a:solidFill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6AF7A5D-4085-562D-C139-243C67833DB6}"/>
                </a:ext>
              </a:extLst>
            </p:cNvPr>
            <p:cNvSpPr txBox="1"/>
            <p:nvPr/>
          </p:nvSpPr>
          <p:spPr>
            <a:xfrm>
              <a:off x="1340004" y="1712582"/>
              <a:ext cx="106258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  Build report pages in the order : overview ,clinical risk factors ,demographic and lifestyle, key insight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A99F032-85AC-3808-F1C5-8A190F064D1A}"/>
              </a:ext>
            </a:extLst>
          </p:cNvPr>
          <p:cNvGrpSpPr/>
          <p:nvPr/>
        </p:nvGrpSpPr>
        <p:grpSpPr>
          <a:xfrm>
            <a:off x="766916" y="4888276"/>
            <a:ext cx="11198941" cy="734332"/>
            <a:chOff x="766916" y="1624581"/>
            <a:chExt cx="11198941" cy="734332"/>
          </a:xfrm>
        </p:grpSpPr>
        <p:sp>
          <p:nvSpPr>
            <p:cNvPr id="28" name="Flowchart: Connector 27">
              <a:extLst>
                <a:ext uri="{FF2B5EF4-FFF2-40B4-BE49-F238E27FC236}">
                  <a16:creationId xmlns:a16="http://schemas.microsoft.com/office/drawing/2014/main" id="{95C0DCAF-8C72-135A-ED83-7A94A3781DCF}"/>
                </a:ext>
              </a:extLst>
            </p:cNvPr>
            <p:cNvSpPr/>
            <p:nvPr/>
          </p:nvSpPr>
          <p:spPr>
            <a:xfrm>
              <a:off x="766916" y="1624581"/>
              <a:ext cx="452284" cy="457333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262A446-C7CD-3FDD-B0D2-8445A1B62090}"/>
                </a:ext>
              </a:extLst>
            </p:cNvPr>
            <p:cNvSpPr txBox="1"/>
            <p:nvPr/>
          </p:nvSpPr>
          <p:spPr>
            <a:xfrm>
              <a:off x="1340004" y="1712582"/>
              <a:ext cx="106258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  Add age-group, gender , smoking status slicers on every pages for cross-filtering </a:t>
              </a:r>
            </a:p>
            <a:p>
              <a:r>
                <a:rPr lang="en-IN" dirty="0"/>
                <a:t> 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025B4E-5D07-0DD8-EB62-520467BAB117}"/>
              </a:ext>
            </a:extLst>
          </p:cNvPr>
          <p:cNvGrpSpPr/>
          <p:nvPr/>
        </p:nvGrpSpPr>
        <p:grpSpPr>
          <a:xfrm>
            <a:off x="796413" y="5622608"/>
            <a:ext cx="11198941" cy="457333"/>
            <a:chOff x="766916" y="1624581"/>
            <a:chExt cx="11198941" cy="457333"/>
          </a:xfrm>
        </p:grpSpPr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F83EC4F2-2B3C-B886-62D5-07D054794E31}"/>
                </a:ext>
              </a:extLst>
            </p:cNvPr>
            <p:cNvSpPr/>
            <p:nvPr/>
          </p:nvSpPr>
          <p:spPr>
            <a:xfrm>
              <a:off x="766916" y="1624581"/>
              <a:ext cx="452284" cy="457333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>
                  <a:solidFill>
                    <a:schemeClr val="bg2"/>
                  </a:solidFill>
                </a:rPr>
                <a:t>6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6F8E1E-155B-1941-345A-2896864E364F}"/>
                </a:ext>
              </a:extLst>
            </p:cNvPr>
            <p:cNvSpPr txBox="1"/>
            <p:nvPr/>
          </p:nvSpPr>
          <p:spPr>
            <a:xfrm>
              <a:off x="1340004" y="1712582"/>
              <a:ext cx="106258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  Add page navigators in every pages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254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287</TotalTime>
  <Words>512</Words>
  <Application>Microsoft Office PowerPoint</Application>
  <PresentationFormat>Widescreen</PresentationFormat>
  <Paragraphs>79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Arial</vt:lpstr>
      <vt:lpstr>Bahnschrift SemiBold</vt:lpstr>
      <vt:lpstr>Bodoni MT</vt:lpstr>
      <vt:lpstr>Bodoni MT Condensed</vt:lpstr>
      <vt:lpstr>Century Gothic</vt:lpstr>
      <vt:lpstr>Courier New</vt:lpstr>
      <vt:lpstr>Wingdings 3</vt:lpstr>
      <vt:lpstr>Ion</vt:lpstr>
      <vt:lpstr>Stroke risk and patients health analytics dashboard</vt:lpstr>
      <vt:lpstr>OBJECTIVE Why this dashboard exists  and  what it needs to answer</vt:lpstr>
      <vt:lpstr>From row data to dashboard The build sequence this deck follows</vt:lpstr>
      <vt:lpstr>DAX measures </vt:lpstr>
      <vt:lpstr>PowerPoint Presentation</vt:lpstr>
      <vt:lpstr>PowerPoint Presentation</vt:lpstr>
      <vt:lpstr>PowerPoint Presentation</vt:lpstr>
      <vt:lpstr>PowerPoint Presentation</vt:lpstr>
      <vt:lpstr>BUILD ORDER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Muhammed Noufal</dc:creator>
  <cp:lastModifiedBy>Muhammed Noufal</cp:lastModifiedBy>
  <cp:revision>1</cp:revision>
  <dcterms:created xsi:type="dcterms:W3CDTF">2026-09-19T15:10:02Z</dcterms:created>
  <dcterms:modified xsi:type="dcterms:W3CDTF">2026-09-19T19:57:15Z</dcterms:modified>
</cp:coreProperties>
</file>